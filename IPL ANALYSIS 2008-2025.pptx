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309"/>
    <a:srgbClr val="0EDCC3"/>
    <a:srgbClr val="0A9E8C"/>
    <a:srgbClr val="080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70513-BD63-4F61-B6DE-49787C2EF4B1}" v="5" dt="2026-05-22T12:59:00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Kumar" userId="0e8b24f21c2f5b6a" providerId="LiveId" clId="{1D03EAD2-22C5-4573-A750-64325EDE1596}"/>
    <pc:docChg chg="undo custSel addSld delSld modSld">
      <pc:chgData name="Akash Kumar" userId="0e8b24f21c2f5b6a" providerId="LiveId" clId="{1D03EAD2-22C5-4573-A750-64325EDE1596}" dt="2026-05-22T13:20:15.318" v="1478" actId="14100"/>
      <pc:docMkLst>
        <pc:docMk/>
      </pc:docMkLst>
      <pc:sldChg chg="modSp mod">
        <pc:chgData name="Akash Kumar" userId="0e8b24f21c2f5b6a" providerId="LiveId" clId="{1D03EAD2-22C5-4573-A750-64325EDE1596}" dt="2026-05-22T13:19:31.165" v="1472" actId="2711"/>
        <pc:sldMkLst>
          <pc:docMk/>
          <pc:sldMk cId="3714477553" sldId="256"/>
        </pc:sldMkLst>
        <pc:spChg chg="mod">
          <ac:chgData name="Akash Kumar" userId="0e8b24f21c2f5b6a" providerId="LiveId" clId="{1D03EAD2-22C5-4573-A750-64325EDE1596}" dt="2026-05-22T13:19:31.165" v="1472" actId="2711"/>
          <ac:spMkLst>
            <pc:docMk/>
            <pc:sldMk cId="3714477553" sldId="256"/>
            <ac:spMk id="3" creationId="{86178796-C015-2462-AECB-407BA832A660}"/>
          </ac:spMkLst>
        </pc:spChg>
      </pc:sldChg>
      <pc:sldChg chg="del">
        <pc:chgData name="Akash Kumar" userId="0e8b24f21c2f5b6a" providerId="LiveId" clId="{1D03EAD2-22C5-4573-A750-64325EDE1596}" dt="2026-05-22T12:22:32.482" v="2" actId="47"/>
        <pc:sldMkLst>
          <pc:docMk/>
          <pc:sldMk cId="3455145030" sldId="257"/>
        </pc:sldMkLst>
      </pc:sldChg>
      <pc:sldChg chg="modSp add mod">
        <pc:chgData name="Akash Kumar" userId="0e8b24f21c2f5b6a" providerId="LiveId" clId="{1D03EAD2-22C5-4573-A750-64325EDE1596}" dt="2026-05-22T13:20:15.318" v="1478" actId="14100"/>
        <pc:sldMkLst>
          <pc:docMk/>
          <pc:sldMk cId="2699979500" sldId="258"/>
        </pc:sldMkLst>
        <pc:spChg chg="mod">
          <ac:chgData name="Akash Kumar" userId="0e8b24f21c2f5b6a" providerId="LiveId" clId="{1D03EAD2-22C5-4573-A750-64325EDE1596}" dt="2026-05-22T13:20:15.318" v="1478" actId="14100"/>
          <ac:spMkLst>
            <pc:docMk/>
            <pc:sldMk cId="2699979500" sldId="258"/>
            <ac:spMk id="3" creationId="{598C3284-8BD9-BB6B-39B4-2844E7348BB8}"/>
          </ac:spMkLst>
        </pc:spChg>
      </pc:sldChg>
      <pc:sldChg chg="new del">
        <pc:chgData name="Akash Kumar" userId="0e8b24f21c2f5b6a" providerId="LiveId" clId="{1D03EAD2-22C5-4573-A750-64325EDE1596}" dt="2026-05-22T12:27:52.633" v="193" actId="47"/>
        <pc:sldMkLst>
          <pc:docMk/>
          <pc:sldMk cId="3110411710" sldId="259"/>
        </pc:sldMkLst>
      </pc:sldChg>
      <pc:sldChg chg="addSp modSp add mod">
        <pc:chgData name="Akash Kumar" userId="0e8b24f21c2f5b6a" providerId="LiveId" clId="{1D03EAD2-22C5-4573-A750-64325EDE1596}" dt="2026-05-22T13:03:32.044" v="646" actId="113"/>
        <pc:sldMkLst>
          <pc:docMk/>
          <pc:sldMk cId="2813323464" sldId="260"/>
        </pc:sldMkLst>
        <pc:spChg chg="mod">
          <ac:chgData name="Akash Kumar" userId="0e8b24f21c2f5b6a" providerId="LiveId" clId="{1D03EAD2-22C5-4573-A750-64325EDE1596}" dt="2026-05-22T12:30:12.351" v="277" actId="14100"/>
          <ac:spMkLst>
            <pc:docMk/>
            <pc:sldMk cId="2813323464" sldId="260"/>
            <ac:spMk id="2" creationId="{433D8A76-F685-DCF2-6288-A6426712FAF4}"/>
          </ac:spMkLst>
        </pc:spChg>
        <pc:spChg chg="mod">
          <ac:chgData name="Akash Kumar" userId="0e8b24f21c2f5b6a" providerId="LiveId" clId="{1D03EAD2-22C5-4573-A750-64325EDE1596}" dt="2026-05-22T12:46:43.043" v="503" actId="207"/>
          <ac:spMkLst>
            <pc:docMk/>
            <pc:sldMk cId="2813323464" sldId="260"/>
            <ac:spMk id="3" creationId="{927D9558-92F8-8B0A-7080-A74D24E9D8B0}"/>
          </ac:spMkLst>
        </pc:spChg>
        <pc:spChg chg="add mod">
          <ac:chgData name="Akash Kumar" userId="0e8b24f21c2f5b6a" providerId="LiveId" clId="{1D03EAD2-22C5-4573-A750-64325EDE1596}" dt="2026-05-22T13:02:23.280" v="642" actId="20577"/>
          <ac:spMkLst>
            <pc:docMk/>
            <pc:sldMk cId="2813323464" sldId="260"/>
            <ac:spMk id="4" creationId="{703D86B6-1E5B-BB9B-7E47-B1FA5D418231}"/>
          </ac:spMkLst>
        </pc:spChg>
        <pc:spChg chg="add mod">
          <ac:chgData name="Akash Kumar" userId="0e8b24f21c2f5b6a" providerId="LiveId" clId="{1D03EAD2-22C5-4573-A750-64325EDE1596}" dt="2026-05-22T13:02:21.033" v="640" actId="113"/>
          <ac:spMkLst>
            <pc:docMk/>
            <pc:sldMk cId="2813323464" sldId="260"/>
            <ac:spMk id="5" creationId="{29B6867D-6AD2-F8A1-7C09-7BA65400FF1F}"/>
          </ac:spMkLst>
        </pc:spChg>
        <pc:spChg chg="add mod">
          <ac:chgData name="Akash Kumar" userId="0e8b24f21c2f5b6a" providerId="LiveId" clId="{1D03EAD2-22C5-4573-A750-64325EDE1596}" dt="2026-05-22T13:02:00.888" v="634" actId="113"/>
          <ac:spMkLst>
            <pc:docMk/>
            <pc:sldMk cId="2813323464" sldId="260"/>
            <ac:spMk id="6" creationId="{3858CB86-B94E-D376-A23A-5BFA0D074DAB}"/>
          </ac:spMkLst>
        </pc:spChg>
        <pc:spChg chg="add mod">
          <ac:chgData name="Akash Kumar" userId="0e8b24f21c2f5b6a" providerId="LiveId" clId="{1D03EAD2-22C5-4573-A750-64325EDE1596}" dt="2026-05-22T13:03:32.044" v="646" actId="113"/>
          <ac:spMkLst>
            <pc:docMk/>
            <pc:sldMk cId="2813323464" sldId="260"/>
            <ac:spMk id="7" creationId="{000C768F-241D-4E1E-D4CE-BCC8D1AB794E}"/>
          </ac:spMkLst>
        </pc:spChg>
      </pc:sldChg>
      <pc:sldChg chg="delSp modSp add mod">
        <pc:chgData name="Akash Kumar" userId="0e8b24f21c2f5b6a" providerId="LiveId" clId="{1D03EAD2-22C5-4573-A750-64325EDE1596}" dt="2026-05-22T13:18:25.386" v="1459" actId="207"/>
        <pc:sldMkLst>
          <pc:docMk/>
          <pc:sldMk cId="3837029010" sldId="261"/>
        </pc:sldMkLst>
        <pc:spChg chg="mod">
          <ac:chgData name="Akash Kumar" userId="0e8b24f21c2f5b6a" providerId="LiveId" clId="{1D03EAD2-22C5-4573-A750-64325EDE1596}" dt="2026-05-22T13:18:25.386" v="1459" actId="207"/>
          <ac:spMkLst>
            <pc:docMk/>
            <pc:sldMk cId="3837029010" sldId="261"/>
            <ac:spMk id="3" creationId="{B997E56F-8E1C-8782-3957-A407B1BAE24F}"/>
          </ac:spMkLst>
        </pc:spChg>
        <pc:spChg chg="del mod">
          <ac:chgData name="Akash Kumar" userId="0e8b24f21c2f5b6a" providerId="LiveId" clId="{1D03EAD2-22C5-4573-A750-64325EDE1596}" dt="2026-05-22T13:04:37.690" v="649" actId="478"/>
          <ac:spMkLst>
            <pc:docMk/>
            <pc:sldMk cId="3837029010" sldId="261"/>
            <ac:spMk id="4" creationId="{60F5384B-C5C7-0BB0-F3F0-76207C49D52D}"/>
          </ac:spMkLst>
        </pc:spChg>
        <pc:spChg chg="del">
          <ac:chgData name="Akash Kumar" userId="0e8b24f21c2f5b6a" providerId="LiveId" clId="{1D03EAD2-22C5-4573-A750-64325EDE1596}" dt="2026-05-22T13:04:39.020" v="650" actId="478"/>
          <ac:spMkLst>
            <pc:docMk/>
            <pc:sldMk cId="3837029010" sldId="261"/>
            <ac:spMk id="5" creationId="{28A0BF64-FB69-2927-237F-D160502A1BEC}"/>
          </ac:spMkLst>
        </pc:spChg>
        <pc:spChg chg="del">
          <ac:chgData name="Akash Kumar" userId="0e8b24f21c2f5b6a" providerId="LiveId" clId="{1D03EAD2-22C5-4573-A750-64325EDE1596}" dt="2026-05-22T13:04:40.434" v="651" actId="478"/>
          <ac:spMkLst>
            <pc:docMk/>
            <pc:sldMk cId="3837029010" sldId="261"/>
            <ac:spMk id="6" creationId="{A59075C2-AC8C-4401-1E4D-82CFEDBC61C8}"/>
          </ac:spMkLst>
        </pc:spChg>
        <pc:spChg chg="del">
          <ac:chgData name="Akash Kumar" userId="0e8b24f21c2f5b6a" providerId="LiveId" clId="{1D03EAD2-22C5-4573-A750-64325EDE1596}" dt="2026-05-22T13:04:41.684" v="652" actId="478"/>
          <ac:spMkLst>
            <pc:docMk/>
            <pc:sldMk cId="3837029010" sldId="261"/>
            <ac:spMk id="7" creationId="{5BE9CE9F-9FAC-6DA9-3EAA-490B539E8D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2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81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97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69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1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71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29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86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49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8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4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6907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36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088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787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117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65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305025-1D8A-41E5-9CC1-2E22998A73EB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F09389C-CC5C-4A4F-93C2-7AA011CA9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18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2000">
              <a:srgbClr val="002060"/>
            </a:gs>
            <a:gs pos="100000">
              <a:srgbClr val="002060"/>
            </a:gs>
            <a:gs pos="0">
              <a:scrgbClr r="0" g="0" b="0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66DF-3BCC-7802-34B1-1BDFBCAC1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738" y="90172"/>
            <a:ext cx="6306522" cy="74194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IPL ANALYSIS 2008-2025</a:t>
            </a:r>
            <a:endParaRPr lang="en-IN" sz="4000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78796-C015-2462-AECB-407BA832A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39" y="1081549"/>
            <a:ext cx="11779045" cy="5776452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of this project is to create an interactive Power Bi dashboard that provides insights into the performance of teams across IPL seasons from 2008 to 2025.</a:t>
            </a:r>
            <a:endParaRPr lang="en-US" b="1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sz="2800" b="1" dirty="0">
                <a:solidFill>
                  <a:srgbClr val="F56309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Primary KPI’s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of this project is to create an interactive  Power Bi dashboard that provides insights into the performance of teams across </a:t>
            </a:r>
            <a:r>
              <a:rPr lang="en-IN" sz="18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IPL seasons from 2008-2025.</a:t>
            </a:r>
          </a:p>
          <a:p>
            <a:endParaRPr lang="en-IN" sz="1800" b="1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IN" sz="18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key business requirement is to enable users to select any season using slicer/filter and instantly view:</a:t>
            </a:r>
          </a:p>
          <a:p>
            <a:endParaRPr lang="en-IN" sz="1800" b="1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Winner Team of the selected season along with its dynamically team logo.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Runner-Up Team of the selected season along with dynamically displayed team logo.</a:t>
            </a:r>
          </a:p>
          <a:p>
            <a:r>
              <a:rPr lang="en-US" dirty="0">
                <a:solidFill>
                  <a:srgbClr val="FFC000"/>
                </a:solidFill>
              </a:rPr>
              <a:t> 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47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2000">
              <a:srgbClr val="002060"/>
            </a:gs>
            <a:gs pos="100000">
              <a:srgbClr val="002060"/>
            </a:gs>
            <a:gs pos="0">
              <a:scrgbClr r="0" g="0" b="0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67C23-AE61-8191-2CA4-30963D987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2A82-58B7-434E-9EEE-83CD6595C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738" y="90172"/>
            <a:ext cx="6306522" cy="74194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IPL ANALYSIS 2008-2025</a:t>
            </a:r>
            <a:endParaRPr lang="en-IN" sz="4000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C3284-8BD9-BB6B-39B4-2844E7348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4" y="1081549"/>
            <a:ext cx="11356259" cy="5030493"/>
          </a:xfr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highlight>
                  <a:srgbClr val="00FFFF"/>
                </a:highlight>
                <a:latin typeface="Algerian" panose="04020705040A02060702" pitchFamily="82" charset="0"/>
                <a:ea typeface="Calibri" panose="020F0502020204030204" pitchFamily="34" charset="0"/>
                <a:cs typeface="Segoe UI Semibold" panose="020B0702040204020203" pitchFamily="34" charset="0"/>
              </a:rPr>
              <a:t>Secondary KPI’s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Sixes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Fours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Matches Played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Teams Participated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Centuries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Half-Centuries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Venues Used</a:t>
            </a:r>
          </a:p>
        </p:txBody>
      </p:sp>
    </p:spTree>
    <p:extLst>
      <p:ext uri="{BB962C8B-B14F-4D97-AF65-F5344CB8AC3E}">
        <p14:creationId xmlns:p14="http://schemas.microsoft.com/office/powerpoint/2010/main" val="269997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2000">
              <a:srgbClr val="002060"/>
            </a:gs>
            <a:gs pos="100000">
              <a:srgbClr val="002060"/>
            </a:gs>
            <a:gs pos="0">
              <a:scrgbClr r="0" g="0" b="0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02070-99FE-F9D5-BDA9-C842C386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A76-F685-DCF2-6288-A6426712F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738" y="90172"/>
            <a:ext cx="6306522" cy="74194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IPL ANALYSIS 2008-2025</a:t>
            </a:r>
            <a:endParaRPr lang="en-IN" sz="4000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D9558-92F8-8B0A-7080-A74D24E9D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32119"/>
            <a:ext cx="12192000" cy="5549016"/>
          </a:xfr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EDCC3"/>
                </a:solidFill>
                <a:latin typeface="Algerian" panose="04020705040A02060702" pitchFamily="82" charset="0"/>
                <a:ea typeface="Calibri" panose="020F0502020204030204" pitchFamily="34" charset="0"/>
                <a:cs typeface="Segoe UI Semibold" panose="020B0702040204020203" pitchFamily="34" charset="0"/>
              </a:rPr>
              <a:t>BUSINESS REQUIREMENTS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  <a:latin typeface="+mj-lt"/>
                <a:ea typeface="Calibri" panose="020F0502020204030204" pitchFamily="34" charset="0"/>
                <a:cs typeface="Segoe UI Semibold" panose="020B0702040204020203" pitchFamily="34" charset="0"/>
              </a:rPr>
              <a:t>Season Stat’s</a:t>
            </a:r>
          </a:p>
          <a:p>
            <a:endParaRPr lang="en-US" sz="2400" b="1" u="sng" dirty="0">
              <a:solidFill>
                <a:srgbClr val="0EDCC3"/>
              </a:solidFill>
              <a:latin typeface="+mj-lt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D86B6-1E5B-BB9B-7E47-B1FA5D418231}"/>
              </a:ext>
            </a:extLst>
          </p:cNvPr>
          <p:cNvSpPr txBox="1"/>
          <p:nvPr/>
        </p:nvSpPr>
        <p:spPr>
          <a:xfrm>
            <a:off x="573164" y="1917291"/>
            <a:ext cx="4739148" cy="2164182"/>
          </a:xfrm>
          <a:prstGeom prst="rect">
            <a:avLst/>
          </a:prstGeom>
          <a:solidFill>
            <a:srgbClr val="F56309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Orange Cap Stats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Orange Cap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holder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Total Runs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scored in the season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Team Name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player represented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Image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(dynamically rendered</a:t>
            </a:r>
            <a:r>
              <a:rPr lang="en-IN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6867D-6AD2-F8A1-7C09-7BA65400FF1F}"/>
              </a:ext>
            </a:extLst>
          </p:cNvPr>
          <p:cNvSpPr txBox="1"/>
          <p:nvPr/>
        </p:nvSpPr>
        <p:spPr>
          <a:xfrm>
            <a:off x="6841229" y="1917291"/>
            <a:ext cx="4739148" cy="21641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Purple Cap Stats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Purple Cap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holder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Total Wickets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 the season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Team Name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player represented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Image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(dynamically rendered</a:t>
            </a:r>
            <a:r>
              <a:rPr lang="en-IN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8CB86-B94E-D376-A23A-5BFA0D074DAB}"/>
              </a:ext>
            </a:extLst>
          </p:cNvPr>
          <p:cNvSpPr txBox="1"/>
          <p:nvPr/>
        </p:nvSpPr>
        <p:spPr>
          <a:xfrm>
            <a:off x="573164" y="4424494"/>
            <a:ext cx="4739148" cy="216418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Orange Cap Stats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Total Fours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 the season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Team Name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player represented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Image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(dynamically rendered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C768F-241D-4E1E-D4CE-BCC8D1AB794E}"/>
              </a:ext>
            </a:extLst>
          </p:cNvPr>
          <p:cNvSpPr txBox="1"/>
          <p:nvPr/>
        </p:nvSpPr>
        <p:spPr>
          <a:xfrm>
            <a:off x="6841229" y="4424494"/>
            <a:ext cx="4739148" cy="21641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Orange Cap Stats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Total Six’s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 the season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Team Name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player represented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Player Image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(dynamically rendered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332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2000">
              <a:srgbClr val="002060"/>
            </a:gs>
            <a:gs pos="100000">
              <a:srgbClr val="002060"/>
            </a:gs>
            <a:gs pos="0">
              <a:scrgbClr r="0" g="0" b="0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70F2F-D1DB-BD17-435D-EFF9516B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D6A6-A525-6614-110F-C3943A637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738" y="90172"/>
            <a:ext cx="6306522" cy="74194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IPL ANALYSIS 2008-2025</a:t>
            </a:r>
            <a:endParaRPr lang="en-IN" sz="4000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7E56F-8E1C-8782-3957-A407B1BA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32118"/>
            <a:ext cx="12192000" cy="5935709"/>
          </a:xfr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EDCC3"/>
                </a:solidFill>
                <a:latin typeface="Algerian" panose="04020705040A02060702" pitchFamily="82" charset="0"/>
                <a:ea typeface="Calibri" panose="020F0502020204030204" pitchFamily="34" charset="0"/>
                <a:cs typeface="Segoe UI Semibold" panose="020B0702040204020203" pitchFamily="34" charset="0"/>
              </a:rPr>
              <a:t>BUSINESS REQUIREMENTS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Points Table</a:t>
            </a:r>
          </a:p>
          <a:p>
            <a:r>
              <a:rPr lang="en-US" sz="1800" b="1" dirty="0">
                <a:solidFill>
                  <a:srgbClr val="F56309"/>
                </a:solidFill>
                <a:latin typeface="+mj-lt"/>
                <a:ea typeface="Calibri" panose="020F0502020204030204" pitchFamily="34" charset="0"/>
                <a:cs typeface="Segoe UI Semibold" panose="020B0702040204020203" pitchFamily="34" charset="0"/>
              </a:rPr>
              <a:t>When a specific season is selected via a slicer/filter, display a Points Table that includes the following dynamic fields for each team: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highlight>
                  <a:srgbClr val="00FFFF"/>
                </a:highlight>
                <a:latin typeface="+mj-lt"/>
                <a:ea typeface="Calibri" panose="020F0502020204030204" pitchFamily="34" charset="0"/>
                <a:cs typeface="Segoe UI Semibold" panose="020B0702040204020203" pitchFamily="34" charset="0"/>
              </a:rPr>
              <a:t>| Logo | Team Name | Matches Played | Won | Lost | No Result | Tie | Total Points |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Logo: Dynamic team logo.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Team Name: Official name of the IPL team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Matches Played: Total matches played by the team in selected season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Won: Number of matches won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Lost: Number of matches lost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No result: Matches with no result (e.g., rain-affected)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Tie: Matches that ended as tie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56309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Points: Calculated using standard IPL points rules: </a:t>
            </a:r>
            <a:r>
              <a:rPr lang="en-US" sz="1800" dirty="0">
                <a:solidFill>
                  <a:srgbClr val="FFFF00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(</a:t>
            </a:r>
            <a:r>
              <a:rPr lang="en-US" sz="1800" i="1" dirty="0">
                <a:solidFill>
                  <a:srgbClr val="FFFF00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Total Points = (Wins*2)+(Ties*1)+(No Result*1)</a:t>
            </a:r>
            <a:endParaRPr lang="en-US" sz="1800" dirty="0">
              <a:solidFill>
                <a:srgbClr val="FFFF00"/>
              </a:solidFill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02901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201</TotalTime>
  <Words>370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Algerian</vt:lpstr>
      <vt:lpstr>Arial</vt:lpstr>
      <vt:lpstr>Century Gothic</vt:lpstr>
      <vt:lpstr>Segoe UI</vt:lpstr>
      <vt:lpstr>Segoe UI Semibold</vt:lpstr>
      <vt:lpstr>Times New Roman</vt:lpstr>
      <vt:lpstr>Wingdings</vt:lpstr>
      <vt:lpstr>Wingdings 3</vt:lpstr>
      <vt:lpstr>Slice</vt:lpstr>
      <vt:lpstr>IPL ANALYSIS 2008-2025</vt:lpstr>
      <vt:lpstr>IPL ANALYSIS 2008-2025</vt:lpstr>
      <vt:lpstr>IPL ANALYSIS 2008-2025</vt:lpstr>
      <vt:lpstr>IPL ANALYSIS 2008-2025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Kumar</dc:creator>
  <cp:lastModifiedBy>Akash Kumar</cp:lastModifiedBy>
  <cp:revision>1</cp:revision>
  <dcterms:created xsi:type="dcterms:W3CDTF">2026-05-22T09:58:19Z</dcterms:created>
  <dcterms:modified xsi:type="dcterms:W3CDTF">2026-05-22T13:20:19Z</dcterms:modified>
</cp:coreProperties>
</file>